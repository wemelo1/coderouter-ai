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Project: CodeRouter AI. Team: Pr0_M1se (backend/LangGraph), leonard_sesugh (frontend), sleepykaneki (FastAPI/SQLite/auth).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existing AI tools send every query to expensive remote models regardless of complexity. Simple questions waste API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classifier scores query complexity 1-5. Scores 1-2 go to the free local model. Scores 3+ go to the powerful remote model. The classifier itself runs locally — routing is always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handles 8 diverse task categories as required by Track A. The ML router was retrained on 3858 samples covering all 8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tech stack overview. Key differentiator: the ML classifier runs locally using scikit-learn, so routing decisions never cost credits.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test results from local testing. 60%+ of queries handled locally at zero cost. Remote fires only for genuinely complex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beyond just routing: full cost transparency, user auth, analytics dashboard, persistent history, and polished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of 3. Each member owned a distinct layer of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GitHub: github.com/Wemelo1/coderouter-ai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ECDC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CodeRouter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Cost-aware AI multitask assistant that intelligently routes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between local and remote models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83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338328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383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338328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383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Fireworks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383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Pr0_M1se · leonard_sesugh · sleepykaneki  |  AMD Developer Hackathon: ACT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assistant treats every query the same 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645920"/>
          </a:xfrm>
          <a:prstGeom prst="roundRect">
            <a:avLst>
              <a:gd name="adj" fmla="val 8333"/>
            </a:avLst>
          </a:prstGeom>
          <a:solidFill>
            <a:srgbClr val="1A2235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QUERY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is a variable?"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$0.001 wasted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931920" cy="1645920"/>
          </a:xfrm>
          <a:prstGeom prst="roundRect">
            <a:avLst>
              <a:gd name="adj" fmla="val 8333"/>
            </a:avLst>
          </a:prstGeom>
          <a:solidFill>
            <a:srgbClr val="1A223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QUERY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"Design a microservices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for food delivery"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$0.001 — fair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↓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286000" y="3566160"/>
            <a:ext cx="4572000" cy="502920"/>
          </a:xfrm>
          <a:prstGeom prst="roundRect">
            <a:avLst>
              <a:gd name="adj" fmla="val 21818"/>
            </a:avLst>
          </a:prstGeom>
          <a:solidFill>
            <a:srgbClr val="6C63FF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566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💸  Expensive Remote Model  (every single time)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questions waste credits. There's no intelligence in between.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4560" y="19202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(free, local)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23360" y="1371600"/>
            <a:ext cx="1645920" cy="137160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23360" y="19202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≤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</a:rPr>
              <a:t>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&gt;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7316"/>
                </a:solidFill>
              </a:rPr>
              <a:t>↘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560320" y="3520440"/>
            <a:ext cx="2286000" cy="1005840"/>
          </a:xfrm>
          <a:prstGeom prst="roundRect">
            <a:avLst>
              <a:gd name="adj" fmla="val 13636"/>
            </a:avLst>
          </a:prstGeom>
          <a:solidFill>
            <a:srgbClr val="1A223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🟢  Local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39136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gemma2:2b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· instant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520440"/>
            <a:ext cx="2286000" cy="1005840"/>
          </a:xfrm>
          <a:prstGeom prst="roundRect">
            <a:avLst>
              <a:gd name="adj" fmla="val 13636"/>
            </a:avLst>
          </a:prstGeom>
          <a:solidFill>
            <a:srgbClr val="1A223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 Remote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91363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Fireworks AI MiniMax M3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sparingly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8 Task Categories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code — a true general-purpose multitask AI router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Factual Q&amp;A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Capital of France?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0604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 Reasoning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 3x + 15 = 45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review positive?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221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this article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names &amp; places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2926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0604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Puzzles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&gt; B &gt; C, who's youngest?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0060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Debugging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this bug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2926080"/>
            <a:ext cx="2011680" cy="1325880"/>
          </a:xfrm>
          <a:prstGeom prst="roundRect">
            <a:avLst>
              <a:gd name="adj" fmla="val 8276"/>
            </a:avLst>
          </a:prstGeom>
          <a:solidFill>
            <a:srgbClr val="1A2235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95160" y="34015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prime checker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11887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Stateful 3-node routing graph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6642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(gemma2:2b)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0" y="16642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local inference — zero credits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396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1396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Fireworks AI (MiniMax M3)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1396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Serverless, used only for complexity 3+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Router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6151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 TF-IDF + SVR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6151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3858-sample retrained classifier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0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0906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0906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with token 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661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35661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5661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query history per user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1A2235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41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40416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UI, analytics dashboard, dark mode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8 categories tested — routing works correctly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capital of France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40880" y="1389888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3898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64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this review positive: 'I love this product!'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17647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8288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03704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037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summarize: Amazon rainforest produces 20% of world's oxygen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2037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267712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2677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426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 for x: 3x + 15 = 45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26426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2706624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7066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81528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081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names and places from: Elon Musk visited Lagos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0815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3145536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1455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python function to check if a number is prime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520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3584448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58444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959352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9593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microservices architecture for food delivery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26480" y="39593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4023360"/>
            <a:ext cx="1463040" cy="237744"/>
          </a:xfrm>
          <a:prstGeom prst="roundRect">
            <a:avLst>
              <a:gd name="adj" fmla="val 30769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40233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Cost Transparency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response shows model used, complexity score, tokens, credits saved and spent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3212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 &amp; Data Isolation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6276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Token-based sessions, each user's history scoped to their ID — no cross-user leakage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Analytics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dashboard: total queries, local vs remote split, savings — updated after every message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32120" y="2514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28620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stores every query, response, and routing decision across 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/ Light Mode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theme toggle with system preference 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1A2235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🖌️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749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Syntax Highlighting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40965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blocks auto-highlighted via Prism.js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2235"/>
          </a:solidFill>
          <a:ln w="254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1325880"/>
            <a:ext cx="914400" cy="914400"/>
          </a:xfrm>
          <a:prstGeom prst="ellipse">
            <a:avLst/>
          </a:prstGeom>
          <a:solidFill>
            <a:srgbClr val="6C63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Pr0_M1se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LangGraph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 architecture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logic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integration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router retraining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1430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2235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24528" y="1325880"/>
            <a:ext cx="914400" cy="914400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55848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leonard_sesugh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3008" y="30632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interface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Dark/light mode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143000"/>
            <a:ext cx="2651760" cy="3200400"/>
          </a:xfrm>
          <a:prstGeom prst="roundRect">
            <a:avLst>
              <a:gd name="adj" fmla="val 5172"/>
            </a:avLst>
          </a:prstGeom>
          <a:solidFill>
            <a:srgbClr val="1A2235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1325880"/>
            <a:ext cx="914400" cy="914400"/>
          </a:xfrm>
          <a:prstGeom prst="ellipse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3176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54496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sleepykaneki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&amp; Data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91656" y="3063240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server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&amp; auth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 tuning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testing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7315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CodeRouter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routing. Zero wasted credits. Full transparency.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315468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A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154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github.com/Wemelo1/coderouter-ai  |  AMD Developer Hackathon: ACT II  |  Track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AMD Developer Hackathon: ACT II on lablab.ai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2026-07-09T23:52:46Z</dcterms:created>
  <dcterms:modified xsi:type="dcterms:W3CDTF">2026-07-09T23:52:46Z</dcterms:modified>
</cp:coreProperties>
</file>